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앞부분 2,000자만 쓰는 이유는 실험 결과 2,000자를 넘겨도 정확도 개선폭이 0.4%p 미만이었기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정확도 94.2%는 텍스트 레이어가 있는 문서에 한한 수치다. 스캔 이미지 PDF는 OCR 품질에 따라 정확도가 76%까지 떨어지며, 평균 응답 시간도 1.8초로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25초는 담당자 검토 큐로 넘어가는 7%를 포함한 수치다.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DocClassifier v2.1 기술 개요서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작성: 정보시스템팀 문서플랫폼파트</a:t>
            </a:r>
          </a:p>
          <a:p>
            <a:r>
              <a:t>문서 등급: 사내 공유</a:t>
            </a:r>
          </a:p>
          <a:p>
            <a:r>
              <a:t>최종 수정: 2026년 7월 14일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사내에서 하루에 생성되는 업무 문서는 약 8,200건이며, 이 중 62%가 담당 부서 지정 없이 공용 저장소에 업로드된다.</a:t>
            </a:r>
          </a:p>
          <a:p>
            <a:r>
              <a:rPr sz="1400"/>
              <a:t>담당자가 문서를 열어 분류하는 데 건당 평균 3분 20초가 소요되며, 이 작업만으로 월 약 340시간의 인력이 소모된다.</a:t>
            </a:r>
          </a:p>
          <a:p>
            <a:r>
              <a:rPr sz="1400"/>
              <a:t>DocClassifier는 업로드된 문서를 사전 정의된 24개 업무 카테고리 중 하나로 분류해 담당 부서 큐로 전달한다.</a:t>
            </a:r>
          </a:p>
          <a:p>
            <a:r>
              <a:rPr sz="1400"/>
              <a:t>v1.0은 2025년 11월에 배포되었고, v2.1은 분류 정확도와 처리량을 개선한 후속 버전이다.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시스템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추출 단계: 업로드된 파일에서 텍스트를 추출한다. PDF, DOCX, TXT, HWP 네 가지 형식을 지원한다. 텍스트 레이어가 없는 스캔 이미지 PDF는 OCR 전처리 모듈로 우회한다.</a:t>
            </a:r>
          </a:p>
          <a:p>
            <a:r>
              <a:rPr sz="1400"/>
              <a:t>표현 단계: 추출한 텍스트를 임베딩(embedding, 문장을 숫자 벡터로 바꾼 표현)으로 변환한다. 문서 전체가 아니라 앞부분 2,000자만 사용한다.</a:t>
            </a:r>
          </a:p>
          <a:p>
            <a:r>
              <a:rPr sz="1400"/>
              <a:t>판정 단계: 임베딩 기반 분류기와 규칙 기반 분류기를 함께 쓰는 앙상블 구조이며, 두 분류기의 판단이 엇갈리면 규칙 기반 결과를 우선한다.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성능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145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2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비고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분류 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v1.0은 87.6%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매크로 F1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정밀도와 재현율의 조화평균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평균 응답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210ms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텍스트 레이어가 있는 문서 기준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최대 처리량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초당 45건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사내 테스트셋 12,400건 기준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운영 제약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개인정보가 포함된 문서는 마스킹 처리를 거친 뒤에만 분류기에 입력해야 한다. 마스킹 모듈을 거치지 않은 원문을 직접 전달하는 것은 금지되어 있다.</a:t>
            </a:r>
          </a:p>
          <a:p>
            <a:r>
              <a:rPr sz="1400"/>
              <a:t>한 번에 3만 건을 초과하는 대량 분류 요청은 실시간 API가 아니라 야간 배치로 분리해야 한다.</a:t>
            </a:r>
          </a:p>
          <a:p>
            <a:r>
              <a:rPr sz="1400"/>
              <a:t>신규 카테고리를 추가하려면 해당 카테고리 학습 데이터가 최소 200건 이상 필요하다.</a:t>
            </a:r>
          </a:p>
          <a:p>
            <a:r>
              <a:rPr sz="1400"/>
              <a:t>분류 신뢰도가 0.6 미만인 문서는 자동 분류하지 않고 담당자 검토 큐로 보낸다. 전체 문서의 약 7%가 이 경로로 처리된다.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도입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문서플랫폼파트가 3개 부서를 대상으로 8주간 운영한 결과, 문서 분류 소요 시간이 건당 평균 3분 20초에서 25초로 줄었다.</a:t>
            </a:r>
          </a:p>
          <a:p>
            <a:r>
              <a:rPr sz="1400"/>
              <a:t>같은 기간 오분류로 인한 문서 재이관 건수는 주당 평균 41건에서 9건으로 감소했다.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2026년 4분기에 사내 K-Drive와 연동해 전사 확대를 검토하고 있다.</a:t>
            </a:r>
          </a:p>
          <a:p>
            <a:r>
              <a:rPr sz="1400"/>
              <a:t>연동 시 업로드 시점에 분류가 완료되므로 별도 업로드 단계가 필요 없어진다.</a:t>
            </a:r>
          </a:p>
          <a:p>
            <a:r>
              <a:rPr sz="1400"/>
              <a:t>다만 K-Drive 연동은 정보보호팀의 보안성 검토 승인을 전제로 하며, 승인 일정은 아직 확정되지 않았다.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